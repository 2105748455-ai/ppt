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BDD7EE"/>
                </a:solidFill>
              </a:rPr>
              <a:t>A concise subtitle or author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1. Introduction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2. Background &amp; Context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3. Key Findings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4. Solution / Proposal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5. Next Steps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404040"/>
                </a:solidFill>
              </a:rPr>
              <a:t>6.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Background &amp;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4389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Brief overview of the problem or opportunity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Relevant market / industry data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Stakeholders involved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Timeline and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4389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Finding #1 — supported by data or research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Finding #2 — supported by data or research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Finding #3 — supported by data or research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Summary of implications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Solution /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4389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Proposed approach and rationale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Expected benefits and outcomes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Resource requirements (team, budget, tools)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Risk mitigation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4389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Action item 1 — Owner: TBD, Due: Week 1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Action item 2 — Owner: TBD, Due: Week 2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Action item 3 — Owner: TBD, Due: Week 3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404040"/>
                </a:solidFill>
              </a:rPr>
              <a:t>•  Schedule follow-up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DD7EE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